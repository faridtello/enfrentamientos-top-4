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81" r:id="rId3"/>
    <p:sldId id="256" r:id="rId4"/>
    <p:sldId id="282" r:id="rId5"/>
    <p:sldId id="259" r:id="rId6"/>
    <p:sldId id="260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1D83F-1686-4CD2-B9DA-178E2B7F1430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69737-77FB-4540-9C3A-47DBCC5269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053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27E9-7630-C026-F18D-9202BD65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E1EB90-75DB-D3E5-EC71-A5C6C61E4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13F81212-A916-05F9-5D65-4AC8FC808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4E62E39D-3E6B-46E5-36EB-98F512CB5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4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C7020-66F9-2858-10FF-78C3FB7F1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C097D-6C73-04C6-5F2B-4A8EE95FC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20F48F-67B9-4966-5AD4-5484B2C7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C8553-DAD7-04CC-8B58-B4BED38E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7648ED-0EA0-1D73-B18A-E512D557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999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32ED3-6688-F5C9-94CE-5267DEB8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4D74FB-1048-11AC-3C5E-DC608C3B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410B6-A899-6B36-00F9-8C9439C9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4CDE05-4BFD-4D26-9785-A8B5330B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E06590-259C-71AE-D9ED-5F018D8B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588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28F15-A1A3-C6F8-DB1D-9F866CCE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04CD95-38FE-5042-3370-4FFDB85F5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230484-D04E-8DD3-D71E-0AFA409F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801727-4EC9-E779-5ECC-1C58FBD6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6461D0-0D59-CC7E-A743-1CC6F7D4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710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50705-B840-6220-536E-70318C71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DC1767-F0F9-17F2-3E49-213152880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E2F64F-D0A8-B44A-3734-35199DBD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182881-F5D7-048D-B4FB-A3089540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E40499-F441-BF65-5222-B720FC4C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EFB810-8B48-0BF3-0454-438C43AD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752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5F663-425C-8F74-ED60-E8C7AAFF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11ECC9-7ED0-3B79-803D-0B7C6F52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37D2A3-2697-532C-5DE8-E58E2ECEF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C20AAF-AEE9-308E-8D22-2FEE50120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F2A4D9-BFF9-4D08-3DDA-DD2055773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C818C2-F347-77D0-7E20-E4104851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B0C7C-7E81-7692-703D-54D2E577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C303EA-A2E4-8BB3-073E-DBBA8FC9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340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43F5E-6C0E-AA4B-B80F-06CB2F57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D86B2F-7723-79B8-31A6-FEF87F0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88C85B-9C6F-BFD6-0030-2428B027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7D49CE-83C6-C24C-2111-5878F025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534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AB4E26-F0BA-5352-C7E4-B1F69438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2B4A6E-66E2-3E2F-8355-15555EBE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13DDDA-FED0-86EA-C8C6-42032641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621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FAF83-3FDA-0294-D157-942C3358D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71BC30-91AC-31AF-5BD8-DD785A2E2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F2538A-EF22-2F44-3F56-B9C4C507D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D43D72-79A7-634B-003C-41799541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EEDE03-E5F3-E5BC-E375-29F8DAD2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A5EA6B-0F35-239E-484A-E85CA947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281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E4B6A-930A-A825-F38B-3CDE6445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F72AE2-A4F7-9CEF-7D86-C5A2C5B73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4B7BCF-755F-C573-675F-79892268A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7B6ACA-CFB9-0209-04F0-D5267763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1BEC1-4F69-6484-C10F-341C3F09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4FDF1D-C989-8F7E-EEA7-2356EA11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995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46273-194A-8941-374A-E67911B6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5E77A0-07DB-5E8C-DE3B-97826AAB2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D93BA-C93D-0D1B-772C-BB486D75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E9990-7E44-8D06-B005-9F57B480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F4F05F-E46D-C873-E748-97FB8AF0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184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74230C-7CAA-68AF-A306-02E42C508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0B97A1-58EE-73C7-2EB3-6185F9926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421ACB-87AC-4EDB-FA8A-90584D61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029498-35DD-089C-14F7-780CEB08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15002C-CC9C-338F-CA6E-F68A2ED1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385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1C7952-479D-4D4B-8F19-C6026F510D9E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09098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5F9175-B10B-4641-995C-12E45A3F36CD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33683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CEA549-D5CD-4EAF-92DD-F120BAE2B00B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64935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9D2F8E-7231-4034-8D2D-3DE6DA3442B3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60901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n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E704EA-5CB1-494A-9524-E0FAE6BBE6C4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6409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842E49-C804-4EEC-9941-A438EC0B005D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70472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CB7135-DC88-46C5-8577-B4652D9D518F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9088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BDDAF-5FB4-4645-B812-33656A6F2B85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49480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3182DB-EE2B-4FEC-B9F5-C787A05118D2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94117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58912-430E-46D1-BA95-7CF218A879F9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2253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604E1-623C-4365-B688-201238FB20C0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53988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2" name="Marcador de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ADFC75-E87D-46C2-9102-15C11F0259DB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Cuadro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Cuadro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8007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E54EC6-1219-49EE-8B80-3C24DE8E5A44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58961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4DCC15-8F35-48A3-948F-896E04D77AE9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36106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n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n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76F276-4198-468B-A622-B7B7E3766911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5812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70DBD4-14D1-74D6-3983-FFE9263D6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E3E102-8FD1-7877-0EB5-FD579741F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9AA2A-6572-A800-A2D7-C33505143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936E1-09E8-439D-9934-83CE9692C143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CF05E-13C6-F763-8736-200B9FA5D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6614D-2B26-BE67-9203-2CB284A5A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E1E60-1287-4BF1-9214-EB52AFA672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166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7305C6AA-9D71-4080-8813-13E932244C60}" type="datetime1">
              <a:rPr lang="es-ES" noProof="0" smtClean="0"/>
              <a:t>07/08/2026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4155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19795-0FE1-DB61-9112-95671BE9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71C062B7-C9A8-97AD-F94A-F3D1A2EC4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15833F-D5DC-C7D7-BF73-DCD7A7FFC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F22718FB-8DB0-51EB-6687-F8B8BD68B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055712-D585-D1DC-4E4A-9E0F832E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600"/>
            <a:ext cx="4922699" cy="970450"/>
          </a:xfrm>
        </p:spPr>
        <p:txBody>
          <a:bodyPr rtlCol="0" anchor="b">
            <a:normAutofit/>
          </a:bodyPr>
          <a:lstStyle/>
          <a:p>
            <a:pPr algn="l"/>
            <a:r>
              <a:rPr lang="es-ES" sz="4000" dirty="0"/>
              <a:t>Enfrentamientos Top 4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F04D209F-7046-38AA-09A9-5C50DA04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rtlCol="0" anchor="t">
            <a:normAutofit/>
          </a:bodyPr>
          <a:lstStyle/>
          <a:p>
            <a:pPr marL="36900" lvl="0" indent="0" rtl="0">
              <a:buNone/>
            </a:pPr>
            <a:r>
              <a:rPr lang="es-ES" sz="2400" dirty="0"/>
              <a:t>Leonardo Farid Tello Moscoso</a:t>
            </a:r>
          </a:p>
          <a:p>
            <a:pPr marL="36900" lvl="0" indent="0" rtl="0">
              <a:buNone/>
            </a:pPr>
            <a:r>
              <a:rPr lang="es-ES" sz="2400" dirty="0"/>
              <a:t>Jean Oscar Paul Coria</a:t>
            </a:r>
          </a:p>
          <a:p>
            <a:pPr marL="36900" lvl="0" indent="0" rtl="0">
              <a:buNone/>
            </a:pPr>
            <a:r>
              <a:rPr lang="es-ES" sz="2400" dirty="0"/>
              <a:t>Thiago Pinza</a:t>
            </a:r>
            <a:br>
              <a:rPr lang="es-AR" sz="2400" dirty="0"/>
            </a:b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94007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BAA559-43FE-8077-0FA9-EE48DEB97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019" y="390832"/>
            <a:ext cx="7230581" cy="4519114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AA9F0C8-4991-0F8A-B6B9-D58CA82DC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749" y="5781979"/>
            <a:ext cx="4987793" cy="722376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Inicio</a:t>
            </a:r>
            <a:endParaRPr lang="es-A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1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22C6F-F8CF-2C69-72A5-8573CBC1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1C44C1-1229-0FED-DE60-4E6F388E1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426" y="457200"/>
            <a:ext cx="4621147" cy="59436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B6F1E37-F329-C05B-2BF9-C5E9EC1DD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41132" y="456344"/>
            <a:ext cx="6565392" cy="809232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Listado Clubes</a:t>
            </a:r>
            <a:endParaRPr lang="es-A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78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1D338-144C-3535-C0F4-98570D19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4DC8A3-55CA-3862-726A-917AC29D0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8" y="456986"/>
            <a:ext cx="4740019" cy="59436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ABAF2D0-ADF0-9D62-D4CA-3AC1D25E8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57749" y="480375"/>
            <a:ext cx="4987793" cy="836664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Listado Jugadores</a:t>
            </a:r>
            <a:endParaRPr lang="es-A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71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B3E4F-75E2-53C8-C236-11086B63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926B84-FD9B-DB3C-BA47-3408A8427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359153"/>
            <a:ext cx="3667125" cy="735579"/>
          </a:xfrm>
        </p:spPr>
        <p:txBody>
          <a:bodyPr>
            <a:normAutofit/>
          </a:bodyPr>
          <a:lstStyle/>
          <a:p>
            <a:pPr algn="l"/>
            <a:r>
              <a:rPr lang="es-ES" sz="3500" dirty="0">
                <a:solidFill>
                  <a:schemeClr val="bg1"/>
                </a:solidFill>
              </a:rPr>
              <a:t>Listado Partidos</a:t>
            </a:r>
            <a:endParaRPr lang="es-AR" sz="35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C9D6E4-CB57-0EA1-66A5-B5DBCBBFC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6" y="115193"/>
            <a:ext cx="3877152" cy="66276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96001" y="3209925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2788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2_TF55705232.potx" id="{48989EC3-9309-4897-8C0D-BDF2311BCEFB}" vid="{43797E30-B318-41B0-A673-A012DE2BDE91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</Words>
  <Application>Microsoft Office PowerPoint</Application>
  <PresentationFormat>Panorámica</PresentationFormat>
  <Paragraphs>9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Goudy Old Style</vt:lpstr>
      <vt:lpstr>Wingdings 2</vt:lpstr>
      <vt:lpstr>Tema de Office</vt:lpstr>
      <vt:lpstr>SlateVTI</vt:lpstr>
      <vt:lpstr>Enfrentamientos Top 4</vt:lpstr>
      <vt:lpstr>Inicio</vt:lpstr>
      <vt:lpstr>Listado Clubes</vt:lpstr>
      <vt:lpstr>Listado Jugadores</vt:lpstr>
      <vt:lpstr>Listado Partidos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Tello</dc:creator>
  <cp:lastModifiedBy>Leonardo Tello</cp:lastModifiedBy>
  <cp:revision>1</cp:revision>
  <dcterms:created xsi:type="dcterms:W3CDTF">2026-08-08T02:14:18Z</dcterms:created>
  <dcterms:modified xsi:type="dcterms:W3CDTF">2026-08-08T02:25:52Z</dcterms:modified>
</cp:coreProperties>
</file>